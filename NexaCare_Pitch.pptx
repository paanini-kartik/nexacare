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45752" y="274320"/>
            <a:ext cx="237744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5752" y="274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Hack the Globe 2026</a:t>
            </a:r>
          </a:p>
        </p:txBody>
      </p:sp>
      <p:sp>
        <p:nvSpPr>
          <p:cNvPr id="5" name="Oval 4"/>
          <p:cNvSpPr/>
          <p:nvPr/>
        </p:nvSpPr>
        <p:spPr>
          <a:xfrm>
            <a:off x="5271516" y="1645920"/>
            <a:ext cx="1645920" cy="1645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71516" y="173736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NexaCare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94A3B8"/>
                </a:solidFill>
              </a:rPr>
              <a:t>"Your benefits exist. Start using them."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1156" y="6035040"/>
            <a:ext cx="16459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1156" y="6035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1396" y="6035040"/>
            <a:ext cx="16459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1396" y="6035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1636" y="6035040"/>
            <a:ext cx="16459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6035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Maps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1876" y="6035040"/>
            <a:ext cx="1645920" cy="347472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1876" y="603504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B82F6"/>
                </a:solidFill>
              </a:rPr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The friction is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" y="1828800"/>
            <a:ext cx="32918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" y="18288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3B82F6"/>
                </a:solidFill>
              </a:rPr>
              <a:t>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of adults skipped a
preventive checkup last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48556" y="1828800"/>
            <a:ext cx="32918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8556" y="18288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1436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3B82F6"/>
                </a:solidFill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1436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of employees don't
fully use their employer benefits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1876" y="1828800"/>
            <a:ext cx="329184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1876" y="1828800"/>
            <a:ext cx="54864" cy="2926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4756" y="205740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3B82F6"/>
                </a:solidFill>
              </a:rPr>
              <a:t>$88B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4756" y="329184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4A3B8"/>
                </a:solidFill>
              </a:rPr>
              <a:t>spent annually on
conditions preventive care would catch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292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"The coverage exists. The clinics exist. The layer connecting them doesn't."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What "having benefits" actually looks like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71516" y="2926080"/>
            <a:ext cx="164592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71516" y="2926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😤 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64592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🔒  Dental Portal</a:t>
            </a:r>
          </a:p>
        </p:txBody>
      </p:sp>
      <p:sp>
        <p:nvSpPr>
          <p:cNvPr id="99" name="Line"/>
          <p:cNvSpPr>
            <a:spLocks noGrp="1"/>
          </p:cNvSpPr>
          <p:nvPr/>
        </p:nvSpPr>
        <p:spPr>
          <a:xfrm flipH="0" flipV="0">
            <a:off x="2194560" y="2080260"/>
            <a:ext cx="3899916" cy="1303020"/>
          </a:xfrm>
          <a:prstGeom prst="line">
            <a:avLst/>
          </a:prstGeom>
          <a:noFill/>
          <a:ln w="1524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4114800" y="137160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06240" y="1417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🔒  Vision Portal</a:t>
            </a:r>
          </a:p>
        </p:txBody>
      </p:sp>
      <p:sp>
        <p:nvSpPr>
          <p:cNvPr id="99" name="Line"/>
          <p:cNvSpPr>
            <a:spLocks noGrp="1"/>
          </p:cNvSpPr>
          <p:nvPr/>
        </p:nvSpPr>
        <p:spPr>
          <a:xfrm flipH="0" flipV="0">
            <a:off x="5212080" y="1805940"/>
            <a:ext cx="882396" cy="1577340"/>
          </a:xfrm>
          <a:prstGeom prst="line">
            <a:avLst/>
          </a:prstGeom>
          <a:noFill/>
          <a:ln w="1524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7772400" y="137160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63840" y="141732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🔒  Physio Portal</a:t>
            </a:r>
          </a:p>
        </p:txBody>
      </p:sp>
      <p:sp>
        <p:nvSpPr>
          <p:cNvPr id="99" name="Line"/>
          <p:cNvSpPr>
            <a:spLocks noGrp="1"/>
          </p:cNvSpPr>
          <p:nvPr/>
        </p:nvSpPr>
        <p:spPr>
          <a:xfrm flipH="1" flipV="0">
            <a:off x="6094476" y="1805940"/>
            <a:ext cx="2775204" cy="1577340"/>
          </a:xfrm>
          <a:prstGeom prst="line">
            <a:avLst/>
          </a:prstGeom>
          <a:noFill/>
          <a:ln w="1524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14400" y="438912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05840" y="44348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❓  Benefits PDF
from onboarding</a:t>
            </a:r>
          </a:p>
        </p:txBody>
      </p:sp>
      <p:sp>
        <p:nvSpPr>
          <p:cNvPr id="99" name="Line"/>
          <p:cNvSpPr>
            <a:spLocks noGrp="1"/>
          </p:cNvSpPr>
          <p:nvPr/>
        </p:nvSpPr>
        <p:spPr>
          <a:xfrm flipH="0" flipV="1">
            <a:off x="2011680" y="3383280"/>
            <a:ext cx="4082796" cy="1440180"/>
          </a:xfrm>
          <a:prstGeom prst="line">
            <a:avLst/>
          </a:prstGeom>
          <a:noFill/>
          <a:ln w="1524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8412480" y="4206240"/>
            <a:ext cx="219456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503920" y="425196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🕐  Annual
Reset Date</a:t>
            </a:r>
          </a:p>
        </p:txBody>
      </p:sp>
      <p:sp>
        <p:nvSpPr>
          <p:cNvPr id="99" name="Line"/>
          <p:cNvSpPr>
            <a:spLocks noGrp="1"/>
          </p:cNvSpPr>
          <p:nvPr/>
        </p:nvSpPr>
        <p:spPr>
          <a:xfrm flipH="1" flipV="1">
            <a:off x="6094476" y="3383280"/>
            <a:ext cx="3415284" cy="1257300"/>
          </a:xfrm>
          <a:prstGeom prst="line">
            <a:avLst/>
          </a:prstGeom>
          <a:noFill/>
          <a:ln w="15240">
            <a:solidFill>
              <a:srgbClr val="94A3B8"/>
            </a:solidFill>
          </a:ln>
        </p:spPr>
        <p:txBody>
          <a:bodyPr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914400" y="594360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4A3B8"/>
                </a:solidFill>
              </a:rPr>
              <a:t>Three portals. A document you never opened. A date that resets every year.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One platform. Four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43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82880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5216" y="182880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🗓  Smart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60604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AI flags overdue checkups and books them in seconds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216" y="182880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216" y="182880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20116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💰  Benefits Tracker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60604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Dental, vision, physio — used vs. remaining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397764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5216" y="397764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🗺  Health Compass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75488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Map of nearby clinics filtered by your actual coverage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0216" y="3977640"/>
            <a:ext cx="5303520" cy="1828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0216" y="3977640"/>
            <a:ext cx="64008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4160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🤖  AI Health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4754880"/>
            <a:ext cx="4983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Agentic chatbot that reads, books, and updates everything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Two minutes to set up. Works automatically after.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" y="1828800"/>
            <a:ext cx="24688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" y="18288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6" y="1965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Age, occupation,
last checkup 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8396" y="28163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2716" y="1828800"/>
            <a:ext cx="24688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42716" y="18288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2716" y="1965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2716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9876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Add employer invite
code OR upload
insurance 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3036" y="28163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7356" y="1828800"/>
            <a:ext cx="24688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7356" y="18288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7356" y="1965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7356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Calendar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4516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Connect Google
Calendar (OAuth2)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7676" y="281635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11996" y="1828800"/>
            <a:ext cx="246888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11996" y="1828800"/>
            <a:ext cx="24688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1996" y="19659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82F6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1996" y="2514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9156" y="29718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Dashboard: overdue
checks, clinics,
AI ready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434840"/>
            <a:ext cx="5303520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452628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Every booking → confirmation email via Resend + Google Calendar sync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0216" y="4434840"/>
            <a:ext cx="53035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526280"/>
            <a:ext cx="5074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Insurance PDF parser extracts coverage data automatically using pypdf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Built to production standard in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4114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02920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029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React 19 + Vite  (frontend)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1693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FastAPI + Python  (backend, port 8000)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Firebase Auth + Firestore  (auth,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13048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Leaflet + Google Maps API  (clinic map)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Anthropic Claude Haiku  (AI layer)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60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Resend API  (email confirmations)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5721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Google Calendar OAuth2  (calendar sync)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05272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pypdf  (insurance PDF parsing)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828800"/>
            <a:ext cx="5650992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80760" y="1828800"/>
            <a:ext cx="565099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65960"/>
            <a:ext cx="5376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</a:rPr>
              <a:t>AI Agent: 26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542032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READ: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542032"/>
            <a:ext cx="4416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user profile, benefits, appointments, health history, nearby clinics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20040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WRITE: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200400"/>
            <a:ext cx="4416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book/cancel appointments, update health profile, add allergies, set checkup dates, add to Google Calendar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58768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SYSTEM: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58768"/>
            <a:ext cx="4416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navigate the app, show notifications, apply employer benefit codes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537960"/>
            <a:ext cx="1118311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583680"/>
            <a:ext cx="109087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</a:rPr>
              <a:t>All Anthropic calls are server-side — API key never exposed in the browser bundle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Two revenue tracks. Clear unit economics.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840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4389120" cy="3474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438912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Free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Smart scheduling, Health Compass, basic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82F6"/>
                </a:solidFill>
              </a:rPr>
              <a:t>Premium  — $8 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</a:rPr>
              <a:t>Full AI agent, PDF parsing, unlimited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828800"/>
            <a:ext cx="6336792" cy="3474720"/>
          </a:xfrm>
          <a:prstGeom prst="rect">
            <a:avLst/>
          </a:prstGeom>
          <a:solidFill>
            <a:srgbClr val="17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1828800"/>
            <a:ext cx="633679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94960" y="1828800"/>
            <a:ext cx="64008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60152" y="1993392"/>
            <a:ext cx="118872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60152" y="19933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PRIMARY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2011680"/>
            <a:ext cx="4690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B2B — Employer Plans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2560320"/>
            <a:ext cx="5925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Employers pay per-seat for team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990088"/>
            <a:ext cx="5925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HR dashboard: benefit utilization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419856"/>
            <a:ext cx="5925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Employee engagement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849624"/>
            <a:ext cx="5925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• Reduce wasted coverage spend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4325112"/>
            <a:ext cx="5971032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4370832"/>
            <a:ext cx="5788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</a:rPr>
              <a:t>"67% of employees don't use their benefits.
Employers pay for unused coverage every year."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486400"/>
            <a:ext cx="11183112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55955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Phase 2 → Clinic partnerships: live booking, real-time availability, referral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Built in 24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94A3B8"/>
                </a:solidFill>
              </a:rPr>
              <a:t>React  ·  FastAPI  ·  Firebase  ·  Google Calendar  ·  Anthropic Claude  ·  Leaflet</a:t>
            </a:r>
          </a:p>
        </p:txBody>
      </p:sp>
      <p:sp>
        <p:nvSpPr>
          <p:cNvPr id="6" name="Rectangle 5"/>
          <p:cNvSpPr/>
          <p:nvPr/>
        </p:nvSpPr>
        <p:spPr>
          <a:xfrm>
            <a:off x="1956816" y="3017520"/>
            <a:ext cx="1828800" cy="384048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56816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05656" y="3017520"/>
            <a:ext cx="1828800" cy="384048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5656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3017520"/>
            <a:ext cx="1828800" cy="384048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Maps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3336" y="3017520"/>
            <a:ext cx="1828800" cy="384048"/>
          </a:xfrm>
          <a:prstGeom prst="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03336" y="30175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B82F6"/>
                </a:solidFill>
              </a:rPr>
              <a:t>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1276" y="3840480"/>
            <a:ext cx="548640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1276" y="38404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Let us show you.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Hack the Globe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