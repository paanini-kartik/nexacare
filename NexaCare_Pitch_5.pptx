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23120" y="274320"/>
            <a:ext cx="21945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3120" y="274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100" b="1" i="0">
                <a:solidFill>
                  <a:srgbClr val="FFFFFF"/>
                </a:solidFill>
              </a:rPr>
              <a:t>Hack the Globe 2026</a:t>
            </a:r>
          </a:p>
        </p:txBody>
      </p:sp>
      <p:sp>
        <p:nvSpPr>
          <p:cNvPr id="5" name="Oval 4"/>
          <p:cNvSpPr/>
          <p:nvPr/>
        </p:nvSpPr>
        <p:spPr>
          <a:xfrm>
            <a:off x="5273040" y="1280160"/>
            <a:ext cx="1645920" cy="1645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73040" y="128016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54680"/>
            <a:ext cx="1219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5200" b="1" i="0">
                <a:solidFill>
                  <a:srgbClr val="FFFFFF"/>
                </a:solidFill>
              </a:rPr>
              <a:t>NexaCare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9476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" b="0" i="1">
                <a:solidFill>
                  <a:srgbClr val="3B82F6"/>
                </a:solidFill>
              </a:rPr>
              <a:t>“Your benefits exist. Start using them.”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9840" y="6126480"/>
            <a:ext cx="1645920" cy="22860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640" y="6126480"/>
            <a:ext cx="1645920" cy="22860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440" y="6126480"/>
            <a:ext cx="1645920" cy="22860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240" y="6126480"/>
            <a:ext cx="1645920" cy="228600"/>
          </a:xfrm>
          <a:prstGeom prst="rect">
            <a:avLst/>
          </a:prstGeom>
          <a:noFill/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1" i="0">
                <a:solidFill>
                  <a:srgbClr val="94A3B8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 i="0">
                <a:solidFill>
                  <a:srgbClr val="FFFFFF"/>
                </a:solidFill>
              </a:rPr>
              <a:t>The friction is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1360" y="1645920"/>
            <a:ext cx="356688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1360" y="1645920"/>
            <a:ext cx="54864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664" y="1874520"/>
            <a:ext cx="3329136" cy="65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5200" b="1" i="0">
                <a:solidFill>
                  <a:srgbClr val="3B82F6"/>
                </a:solidFill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664" y="2390241"/>
            <a:ext cx="3329136" cy="8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94A3B8"/>
                </a:solidFill>
              </a:rPr>
              <a:t>of adults skipped a
preventive checkup last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560" y="1645920"/>
            <a:ext cx="356688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2560" y="1645920"/>
            <a:ext cx="54864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8864" y="1874520"/>
            <a:ext cx="3329136" cy="65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5200" b="1" i="0">
                <a:solidFill>
                  <a:srgbClr val="3B82F6"/>
                </a:solidFill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8864" y="2390241"/>
            <a:ext cx="3329136" cy="8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94A3B8"/>
                </a:solidFill>
              </a:rPr>
              <a:t>of employees don't
fully use employer benefits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3760" y="1645920"/>
            <a:ext cx="356688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3760" y="1645920"/>
            <a:ext cx="54864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64" y="1874520"/>
            <a:ext cx="3329136" cy="65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5200" b="1" i="0">
                <a:solidFill>
                  <a:srgbClr val="3B82F6"/>
                </a:solidFill>
              </a:rPr>
              <a:t>$88B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64" y="2390241"/>
            <a:ext cx="3329136" cy="8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94A3B8"/>
                </a:solidFill>
              </a:rPr>
              <a:t>spent annually on
preventable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7360" y="4846320"/>
            <a:ext cx="109728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7360" y="48463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21874" y="3127811"/>
            <a:ext cx="109728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1874" y="3127811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0" i="0">
                <a:solidFill>
                  <a:srgbClr val="FFFFFF"/>
                </a:solidFill>
              </a:rPr>
              <a:t>Dental Portal 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8302" y="3670791"/>
            <a:ext cx="109728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8302" y="3670791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0" i="0">
                <a:solidFill>
                  <a:srgbClr val="FFFFFF"/>
                </a:solidFill>
              </a:rPr>
              <a:t>Vision Portal 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1147" y="5760719"/>
            <a:ext cx="109728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1147" y="576071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0" i="0">
                <a:solidFill>
                  <a:srgbClr val="FFFFFF"/>
                </a:solidFill>
              </a:rPr>
              <a:t>Physio Portal 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9793" y="6647336"/>
            <a:ext cx="109728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9793" y="6647336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0" i="0">
                <a:solidFill>
                  <a:srgbClr val="FFFFFF"/>
                </a:solidFill>
              </a:rPr>
              <a:t>Benefits PDF 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6344" y="5163887"/>
            <a:ext cx="109728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6344" y="5163887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0" i="0">
                <a:solidFill>
                  <a:srgbClr val="FFFFFF"/>
                </a:solidFill>
              </a:rPr>
              <a:t>Annual Reset 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8000"/>
            <a:ext cx="1109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0" i="1">
                <a:solidFill>
                  <a:srgbClr val="94A3B8"/>
                </a:solidFill>
              </a:rPr>
              <a:t>Three portals. A document you never opened. A reset date you always miss.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1" i="0">
                <a:solidFill>
                  <a:srgbClr val="94A3B8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 i="0">
                <a:solidFill>
                  <a:srgbClr val="FFFFFF"/>
                </a:solidFill>
              </a:rPr>
              <a:t>One platform. Set up in two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4480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330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20240"/>
            <a:ext cx="51495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📅  Smart Scheduling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94A3B8"/>
                </a:solidFill>
              </a:rPr>
              <a:t>AI flags overdue checkups. Book 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300" y="1737360"/>
            <a:ext cx="54330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17373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2324" y="1920240"/>
            <a:ext cx="51495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💰  Benefits Tracker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94A3B8"/>
                </a:solidFill>
              </a:rPr>
              <a:t>Dental, vision, physio — used vs. remaining.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4330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291840"/>
            <a:ext cx="51495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🗺  Health Compass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94A3B8"/>
                </a:solidFill>
              </a:rPr>
              <a:t>Nearby clinics filtered by your actual coverage.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300" y="3108960"/>
            <a:ext cx="54330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300" y="310896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2324" y="3291840"/>
            <a:ext cx="51495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FFFFFF"/>
                </a:solidFill>
              </a:rPr>
              <a:t>🤖  AI Assistant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94A3B8"/>
                </a:solidFill>
              </a:rPr>
              <a:t>26-tool agent that reads, books, and updates everything.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89760" y="4663440"/>
            <a:ext cx="182880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9760" y="4663440"/>
            <a:ext cx="18288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①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4280" y="55549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4320" y="4663440"/>
            <a:ext cx="182880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84320" y="4663440"/>
            <a:ext cx="18288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②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8840" y="55549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8880" y="4663440"/>
            <a:ext cx="182880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8880" y="4663440"/>
            <a:ext cx="18288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③ 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3400" y="55549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3440" y="4663440"/>
            <a:ext cx="1828800" cy="1965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3440" y="4663440"/>
            <a:ext cx="182880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300" b="1" i="0">
                <a:solidFill>
                  <a:srgbClr val="FFFFFF"/>
                </a:solidFill>
              </a:rPr>
              <a:t>④ 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1" i="0">
                <a:solidFill>
                  <a:srgbClr val="94A3B8"/>
                </a:solidFill>
              </a:rPr>
              <a:t>THE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 i="0">
                <a:solidFill>
                  <a:srgbClr val="FFFFFF"/>
                </a:solidFill>
              </a:rPr>
              <a:t>Built to production standard in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102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" cy="411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011680"/>
            <a:ext cx="512673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FFFFFF"/>
                </a:solidFill>
              </a:rPr>
              <a:t>Stack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React 19 + Vite (frontend)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FastAPI + Python (backend)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Firebase Auth + Firestore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Leaflet + Google Maps API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Anthropic Claude Haiku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Resend API (email confirmations)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Google Calendar OAuth2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94A3B8"/>
                </a:solidFill>
              </a:rPr>
              <a:t>•  pypdf (insurance PDF parsing)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160" y="1828800"/>
            <a:ext cx="54102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160" y="1828800"/>
            <a:ext cx="54864" cy="411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184" y="2011680"/>
            <a:ext cx="512673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FFFFFF"/>
                </a:solidFill>
              </a:rPr>
              <a:t>AI Agent — 26 Tools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B82F6"/>
                </a:solidFill>
              </a:rPr>
              <a:t>READ:  </a:t>
            </a:r>
            <a:r>
              <a:rPr sz="1100" b="0">
                <a:solidFill>
                  <a:srgbClr val="94A3B8"/>
                </a:solidFill>
              </a:rPr>
              <a:t>profile, benefits, appointments, health history, clinics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B82F6"/>
                </a:solidFill>
              </a:rPr>
              <a:t>WRITE:  </a:t>
            </a:r>
            <a:r>
              <a:rPr sz="1100" b="0">
                <a:solidFill>
                  <a:srgbClr val="94A3B8"/>
                </a:solidFill>
              </a:rPr>
              <a:t>book/cancel, update profile, allergies, checkup dates, calendar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3B82F6"/>
                </a:solidFill>
              </a:rPr>
              <a:t>SYSTEM:  </a:t>
            </a:r>
            <a:r>
              <a:rPr sz="1100" b="0">
                <a:solidFill>
                  <a:srgbClr val="94A3B8"/>
                </a:solidFill>
              </a:rPr>
              <a:t>navigate app, notifications, employer benefit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9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0" i="1">
                <a:solidFill>
                  <a:srgbClr val="94A3B8"/>
                </a:solidFill>
              </a:rPr>
              <a:t>All Anthropic calls are server-side — API key never reaches the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1" i="0">
                <a:solidFill>
                  <a:srgbClr val="94A3B8"/>
                </a:solidFill>
              </a:rPr>
              <a:t>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 i="0">
                <a:solidFill>
                  <a:srgbClr val="FFFFFF"/>
                </a:solidFill>
              </a:rPr>
              <a:t>Two revenue tracks. Clear ROI.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4114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102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011680"/>
            <a:ext cx="51267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FFFFFF"/>
                </a:solidFill>
              </a:rPr>
              <a:t>Individual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Free: scheduling, map, basic AI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Premium $8/mo: full AI agent,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PDF parsing,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160" y="1828800"/>
            <a:ext cx="5410200" cy="2926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160" y="182880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828800"/>
            <a:ext cx="5410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47160" y="1965960"/>
            <a:ext cx="913320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47160" y="1965960"/>
            <a:ext cx="913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900" b="1" i="0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184" y="2011680"/>
            <a:ext cx="51267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FFFFFF"/>
                </a:solidFill>
              </a:rPr>
              <a:t>B2B Employer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Per-seat team onboarding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HR benefit utilization dashboard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67% of employees don't use their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94A3B8"/>
                </a:solidFill>
              </a:rPr>
              <a:t>•  benefits — employers pay every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11094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B82F6"/>
                </a:solidFill>
              </a:rPr>
              <a:t>Phase 2 →  </a:t>
            </a:r>
            <a:r>
              <a:rPr sz="1300" b="0">
                <a:solidFill>
                  <a:srgbClr val="94A3B8"/>
                </a:solidFill>
              </a:rPr>
              <a:t>Clinic partnerships: live booking + referral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440680"/>
            <a:ext cx="1219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3600" b="1" i="0">
                <a:solidFill>
                  <a:srgbClr val="3B82F6"/>
                </a:solidFill>
              </a:rPr>
              <a:t>Let us show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37960"/>
            <a:ext cx="1219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000" b="0" i="0">
                <a:solidFill>
                  <a:srgbClr val="94A3B8"/>
                </a:solidFill>
              </a:rPr>
              <a:t>Hack the Globe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